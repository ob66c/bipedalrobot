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620798"/>
            <a:ext cx="5143500" cy="34479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1683"/>
            <a:ext cx="5143500" cy="23910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2469023"/>
            <a:ext cx="5915025" cy="411962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6627618"/>
            <a:ext cx="5915025" cy="21664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863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527275"/>
            <a:ext cx="5915025" cy="19142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427758"/>
            <a:ext cx="2901255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3617565"/>
            <a:ext cx="2901255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427758"/>
            <a:ext cx="2915543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617565"/>
            <a:ext cx="2915543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6" y="527275"/>
            <a:ext cx="1478756" cy="839284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527275"/>
            <a:ext cx="4350544" cy="839284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275"/>
            <a:ext cx="5915025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375"/>
            <a:ext cx="5915025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79170"/>
            <a:ext cx="2314575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41170" y="318135"/>
            <a:ext cx="337629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>
                <a:solidFill>
                  <a:schemeClr val="tx1"/>
                </a:solidFill>
                <a:effectLst/>
              </a:rPr>
              <a:t>窄足</a:t>
            </a:r>
            <a:r>
              <a:rPr lang="en-US" altLang="zh-CN" sz="2400">
                <a:solidFill>
                  <a:schemeClr val="tx1"/>
                </a:solidFill>
                <a:effectLst/>
              </a:rPr>
              <a:t>/</a:t>
            </a:r>
            <a:r>
              <a:rPr lang="zh-CN" altLang="en-US" sz="2400">
                <a:solidFill>
                  <a:schemeClr val="tx1"/>
                </a:solidFill>
                <a:effectLst/>
              </a:rPr>
              <a:t>交叉足机器人</a:t>
            </a:r>
            <a:endParaRPr lang="zh-CN" altLang="en-US" sz="2400">
              <a:solidFill>
                <a:schemeClr val="tx1"/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6000" y="861060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快速上手指南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542290" y="1672590"/>
            <a:ext cx="3262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第一步：上电</a:t>
            </a:r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474980" y="3267075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第二步：功能测试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541655" y="7265035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注意事项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542290" y="3631565"/>
            <a:ext cx="5732780" cy="1221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</a:t>
            </a:r>
            <a:r>
              <a:rPr lang="zh-CN"/>
              <a:t>使用红外遥控器进行动作的功能测试，首先将红外遥控器的塑料薄片取下，按下对应按键即可执行动作</a:t>
            </a:r>
            <a:endParaRPr 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542290" y="7953375"/>
            <a:ext cx="5670550" cy="1423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r>
              <a:rPr lang="zh-CN" altLang="en-US"/>
              <a:t>、产品拿到手先试一下上述功能，保证硬件到手是完好的再继续使用，如有问题，请立即联系客服</a:t>
            </a:r>
            <a:r>
              <a:rPr lang="zh-CN" altLang="en-US"/>
              <a:t>处理。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、电池禁止边冲边用，否则会造成电池或者充电器损坏；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41655" y="6239510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</a:t>
            </a:r>
            <a:r>
              <a:rPr lang="zh-CN" altLang="en-US" b="1"/>
              <a:t>三步：关于</a:t>
            </a:r>
            <a:r>
              <a:rPr lang="zh-CN" altLang="en-US" b="1"/>
              <a:t>充电</a:t>
            </a:r>
            <a:endParaRPr lang="zh-CN" altLang="en-US" b="1"/>
          </a:p>
        </p:txBody>
      </p:sp>
      <p:sp>
        <p:nvSpPr>
          <p:cNvPr id="17" name="文本框 16"/>
          <p:cNvSpPr txBox="1"/>
          <p:nvPr/>
        </p:nvSpPr>
        <p:spPr>
          <a:xfrm>
            <a:off x="542290" y="6675755"/>
            <a:ext cx="2887345" cy="777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</a:t>
            </a:r>
            <a:r>
              <a:rPr lang="zh-CN" altLang="en-US"/>
              <a:t>充电接口如右图</a:t>
            </a:r>
            <a:r>
              <a:rPr lang="zh-CN" altLang="en-US"/>
              <a:t>所示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42290" y="2040890"/>
            <a:ext cx="2106295" cy="1232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</a:t>
            </a:r>
            <a:r>
              <a:rPr lang="zh-CN" altLang="en-US"/>
              <a:t>如右图所示，拨动左侧电源开关上电，听见滴滴滴的声音。</a:t>
            </a:r>
            <a:endParaRPr lang="zh-CN" altLang="en-US" sz="160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320" y="6377305"/>
            <a:ext cx="2270125" cy="1373505"/>
          </a:xfrm>
          <a:prstGeom prst="rect">
            <a:avLst/>
          </a:prstGeom>
        </p:spPr>
      </p:pic>
      <p:sp>
        <p:nvSpPr>
          <p:cNvPr id="26" name="椭圆 25"/>
          <p:cNvSpPr/>
          <p:nvPr/>
        </p:nvSpPr>
        <p:spPr>
          <a:xfrm>
            <a:off x="4572000" y="6672580"/>
            <a:ext cx="624840" cy="259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520" y="4298315"/>
            <a:ext cx="2643505" cy="196342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320" y="1630045"/>
            <a:ext cx="1259840" cy="177927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165" y="1627505"/>
            <a:ext cx="1363980" cy="178371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290695"/>
            <a:ext cx="984885" cy="195643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1675" y="4290695"/>
            <a:ext cx="1028700" cy="19646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6840" y="159385"/>
            <a:ext cx="1193800" cy="1361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WPS 演示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JiangLiu</dc:creator>
  <cp:lastModifiedBy>邹立伟</cp:lastModifiedBy>
  <cp:revision>21</cp:revision>
  <dcterms:created xsi:type="dcterms:W3CDTF">2023-08-09T12:44:00Z</dcterms:created>
  <dcterms:modified xsi:type="dcterms:W3CDTF">2025-02-24T06:28:08Z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